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Reachy</a:t>
            </a:r>
          </a:p>
          <a:p>
            <a:r>
              <a:t>Brand stuff in. Marketing assets out.</a:t>
            </a:r>
          </a:p>
          <a:p>
            <a:r>
              <a:t>A self-hosted autopilot for indie founders.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Step 1 — Ingest</a:t>
            </a:r>
          </a:p>
          <a:p>
            <a:r>
              <a:t>Drop a doc, a deck, a sheet, a repo, an image, a video.</a:t>
            </a:r>
          </a:p>
          <a:p>
            <a:r>
              <a:t>Reachy reads everything before asking a single question.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Step 2 — Brief</a:t>
            </a:r>
          </a:p>
          <a:p>
            <a:r>
              <a:t>Extract the brand brief.</a:t>
            </a:r>
          </a:p>
          <a:p>
            <a:r>
              <a:t>Tone. Audience. Voice. Go.</a:t>
            </a:r>
          </a:p>
        </p:txBody>
      </p:sp>
    </p:spTree>
  </p:cSld>
</p:sld>
</file>